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4" r:id="rId4"/>
    <p:sldId id="269" r:id="rId5"/>
    <p:sldId id="259" r:id="rId6"/>
    <p:sldId id="266" r:id="rId7"/>
    <p:sldId id="26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2EB46A-26D9-4B79-A0BA-94F0685D32D0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A0B1D7-2D89-41AD-A35D-8CABD3C8F5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375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20A89-1EA5-4B48-949C-8D49FA71E17A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A0E909-4676-4DFF-ACF3-65FD721A0C35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A0D50A7-FC51-45F0-ACE8-52BE692F1158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6EF69A-9B98-48A6-8714-D502F21C59AC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68901D-AE11-453B-BAB5-EBEBF3FD6D52}" type="datetime1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EFD338-D2AE-4808-B786-CD8FFD22129C}" type="datetime1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5FCE24-E184-4609-AA44-1D31475DE58F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2F83FF-62C9-4D61-84C4-3D92576553DA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C872C22-043C-453D-BC8F-50D3C2C8D791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0F6FA3-7D56-4F82-BC8C-4558DAB8F5A1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966328A-B452-492B-B140-676AC5719AC5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42448" y="652145"/>
            <a:ext cx="9163372" cy="2316480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Operating system and system programming (25CS2104E)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3200" b="1" dirty="0">
                <a:solidFill>
                  <a:srgbClr val="C00000"/>
                </a:solidFill>
                <a:latin typeface="+mn-lt"/>
              </a:rPr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40015" y="4846321"/>
            <a:ext cx="5384800" cy="1913890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Team Members:</a:t>
            </a:r>
          </a:p>
          <a:p>
            <a:r>
              <a:rPr lang="en-US" dirty="0">
                <a:solidFill>
                  <a:srgbClr val="002060"/>
                </a:solidFill>
              </a:rPr>
              <a:t>2520090149-Sai Snehith</a:t>
            </a:r>
          </a:p>
          <a:p>
            <a:r>
              <a:rPr lang="en-US" dirty="0">
                <a:solidFill>
                  <a:srgbClr val="002060"/>
                </a:solidFill>
              </a:rPr>
              <a:t>2520090114-Harshith Reddy</a:t>
            </a:r>
          </a:p>
          <a:p>
            <a:r>
              <a:rPr lang="en-US" dirty="0">
                <a:solidFill>
                  <a:srgbClr val="002060"/>
                </a:solidFill>
              </a:rPr>
              <a:t>2520090122-Rithesh</a:t>
            </a:r>
          </a:p>
          <a:p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F78912-86E2-3DFA-A0B9-1E6CB3A9493D}"/>
              </a:ext>
            </a:extLst>
          </p:cNvPr>
          <p:cNvSpPr txBox="1"/>
          <p:nvPr/>
        </p:nvSpPr>
        <p:spPr>
          <a:xfrm>
            <a:off x="167185" y="4846321"/>
            <a:ext cx="4391167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2400" kern="100" dirty="0"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algn="ctr"/>
            <a:endParaRPr lang="en-US" sz="2200" b="1" dirty="0">
              <a:solidFill>
                <a:schemeClr val="tx1"/>
              </a:solidFill>
            </a:endParaRPr>
          </a:p>
          <a:p>
            <a:pPr algn="ctr"/>
            <a:r>
              <a:rPr lang="en-US" sz="2200" b="1" dirty="0">
                <a:solidFill>
                  <a:schemeClr val="tx1"/>
                </a:solidFill>
              </a:rPr>
              <a:t>Raghupathi M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CSE Department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B79BAB-0195-236A-70B8-3DECB286B2B5}"/>
              </a:ext>
            </a:extLst>
          </p:cNvPr>
          <p:cNvSpPr txBox="1"/>
          <p:nvPr/>
        </p:nvSpPr>
        <p:spPr>
          <a:xfrm>
            <a:off x="3377272" y="3596988"/>
            <a:ext cx="60937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Review-I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736109" y="806448"/>
            <a:ext cx="6936386" cy="37352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7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7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7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  <a:cs typeface="Gautami" panose="020B0502040204020203" pitchFamily="34" charset="0"/>
              </a:rPr>
              <a:t>System Architecture</a:t>
            </a:r>
            <a:endParaRPr lang="en-IN" sz="3200" b="0" i="0" u="none" strike="noStrike" dirty="0">
              <a:effectLst/>
              <a:latin typeface="Arial" panose="020B07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7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endParaRPr lang="en-IN" dirty="0"/>
          </a:p>
        </p:txBody>
      </p:sp>
      <p:sp>
        <p:nvSpPr>
          <p:cNvPr id="8" name="Rectangle: Rounded Corners 7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1029D6-E146-55B7-6FE6-DD167709D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79801-AD4A-4368-9C25-F8FFDCCA9D13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031D3A-8519-E357-DDA9-EAECFBBAE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E0CFDE-CD93-201B-A399-23510E8ED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7AC3-148D-47E6-92EE-86CA146E5716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097D3-BC04-F1C9-00E9-94B0738C1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A9273A-632C-273A-A16A-F2FEE32A953E}"/>
              </a:ext>
            </a:extLst>
          </p:cNvPr>
          <p:cNvSpPr txBox="1"/>
          <p:nvPr/>
        </p:nvSpPr>
        <p:spPr>
          <a:xfrm>
            <a:off x="763555" y="2171545"/>
            <a:ext cx="999308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</a:t>
            </a:r>
            <a:r>
              <a:rPr lang="en-IN" b="1" dirty="0"/>
              <a:t>Linux Memory-Mapped File Management System</a:t>
            </a:r>
            <a:r>
              <a:rPr lang="en-IN" dirty="0"/>
              <a:t> is designed to demonstrate efficient file access using memory mapping in Linux. Instead of repeatedly transferring data using read() and write(), the project uses the </a:t>
            </a:r>
            <a:r>
              <a:rPr lang="en-IN" dirty="0" err="1"/>
              <a:t>mmap</a:t>
            </a:r>
            <a:r>
              <a:rPr lang="en-IN" dirty="0"/>
              <a:t>() system call to map file contents directly into a process's virtual address space.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The system supports file creation, opening, mapping, reading, modification, synchronization, resizing, and </a:t>
            </a:r>
            <a:r>
              <a:rPr lang="en-IN" dirty="0" err="1"/>
              <a:t>unmapping</a:t>
            </a:r>
            <a:r>
              <a:rPr lang="en-IN" dirty="0"/>
              <a:t>. It demonstrates important Operating Systems concepts such as </a:t>
            </a:r>
            <a:r>
              <a:rPr lang="en-IN" b="1" dirty="0"/>
              <a:t>virtual memory, process address space, file I/O, memory mapping, and Linux system calls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dirty="0"/>
              <a:t>The project provides a practical understanding of how file-backed memory interacts with the operating system and persistent storage.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E3377-AD48-C317-56EF-BB6DEA41C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E7DFF9B-AF13-3CBC-C2B1-8156A6C27ADB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2E30A3-627A-0C0D-8E68-FFD84EF51DAA}"/>
              </a:ext>
            </a:extLst>
          </p:cNvPr>
          <p:cNvSpPr txBox="1"/>
          <p:nvPr/>
        </p:nvSpPr>
        <p:spPr>
          <a:xfrm>
            <a:off x="2660072" y="221673"/>
            <a:ext cx="68718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E559BE-24A9-DD17-5994-3CA09176D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7AC3-148D-47E6-92EE-86CA146E5716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CD269-83F2-F4C5-3099-E35078586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F55BF0-EED4-11BB-66C2-2148CB2707D4}"/>
              </a:ext>
            </a:extLst>
          </p:cNvPr>
          <p:cNvSpPr txBox="1"/>
          <p:nvPr/>
        </p:nvSpPr>
        <p:spPr>
          <a:xfrm>
            <a:off x="1390261" y="2612028"/>
            <a:ext cx="909734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Traditional file handling uses system calls such as </a:t>
            </a:r>
            <a:r>
              <a:rPr lang="en-IN" b="1" dirty="0"/>
              <a:t>read()</a:t>
            </a:r>
            <a:r>
              <a:rPr lang="en-IN" dirty="0"/>
              <a:t> and </a:t>
            </a:r>
            <a:r>
              <a:rPr lang="en-IN" b="1" dirty="0"/>
              <a:t>write()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Frequent file operations can cause additional system-call and data-transfer overhead.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Memory mapping</a:t>
            </a:r>
            <a:r>
              <a:rPr lang="en-IN" dirty="0"/>
              <a:t> allows a file to be mapped directly into a process's virtual address space.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program can access and modify file contents through normal memory operations.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 err="1"/>
              <a:t>mmap</a:t>
            </a:r>
            <a:r>
              <a:rPr lang="en-IN" b="1" dirty="0"/>
              <a:t>()</a:t>
            </a:r>
            <a:r>
              <a:rPr lang="en-IN" dirty="0"/>
              <a:t> is used to create the memory mapping.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 err="1"/>
              <a:t>msync</a:t>
            </a:r>
            <a:r>
              <a:rPr lang="en-IN" b="1" dirty="0"/>
              <a:t>()</a:t>
            </a:r>
            <a:r>
              <a:rPr lang="en-IN" dirty="0"/>
              <a:t> synchronizes modified memory contents with the file.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 err="1"/>
              <a:t>munmap</a:t>
            </a:r>
            <a:r>
              <a:rPr lang="en-IN" b="1" dirty="0"/>
              <a:t>()</a:t>
            </a:r>
            <a:r>
              <a:rPr lang="en-IN" dirty="0"/>
              <a:t> removes the mapping after the operation is completed.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project demonstrates the relationship between </a:t>
            </a:r>
            <a:r>
              <a:rPr lang="en-IN" b="1" dirty="0"/>
              <a:t>virtual memory, processes, and file storage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16184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596004" y="221615"/>
            <a:ext cx="6374349" cy="52959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3970655" y="221615"/>
            <a:ext cx="6374348" cy="6711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800" b="1" dirty="0">
                <a:solidFill>
                  <a:schemeClr val="bg1"/>
                </a:solidFill>
              </a:rPr>
              <a:t>Hardware and Software requirements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2974340" y="1253490"/>
            <a:ext cx="5774690" cy="36436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altLang="en-US" sz="2500" b="1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4B27F7-CA90-4D59-F334-BDE7693BD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03DE9-87EE-417A-AE3E-75342F0B996E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63280-B772-867A-6341-08A7DB8CC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E6C5AF-6874-D07C-B869-06FAE65AE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237" y="1253490"/>
            <a:ext cx="7646963" cy="45088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 System Architecture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C0467B-10ED-0439-355C-AB546904D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60B09-1F77-4EDB-8151-1F057DCF6ADD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128EC-BFB0-E687-111E-633D5D579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B9E0F5-0418-DD5E-96AB-55225324B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806" y="1483779"/>
            <a:ext cx="6767146" cy="40770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864234-7A34-7521-498A-DD3F6E491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2186-ABE7-42AB-8003-2FA9F73CA34D}" type="datetime1">
              <a:rPr lang="en-US" smtClean="0"/>
              <a:t>9/2/2026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89A4F7-9EC8-2129-C8BB-C74E5E40C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286</Words>
  <Application>Microsoft Office PowerPoint</Application>
  <PresentationFormat>Widescreen</PresentationFormat>
  <Paragraphs>47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       Operating system and system programming (25CS2104E) 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harshith reddy</cp:lastModifiedBy>
  <cp:revision>25</cp:revision>
  <dcterms:created xsi:type="dcterms:W3CDTF">2026-08-31T05:18:20Z</dcterms:created>
  <dcterms:modified xsi:type="dcterms:W3CDTF">2026-09-02T03:39:31Z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2E321512259BCFD0FA0C956AC94F79BD_43</vt:lpwstr>
  </property>
  <property fmtid="{D5CDD505-2E9C-101B-9397-08002B2CF9AE}" pid="3" name="KSOProductBuildVer">
    <vt:lpwstr>1033-12.1.26050.26050</vt:lpwstr>
  </property>
</Properties>
</file>